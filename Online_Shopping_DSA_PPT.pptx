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27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1097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🛒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217920" y="1819849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E-Commerce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96012"/>
            <a:ext cx="5669280" cy="864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kern="0" spc="300" dirty="0">
              <a:solidFill>
                <a:srgbClr val="00B4D8"/>
              </a:solidFill>
            </a:endParaRPr>
          </a:p>
          <a:p>
            <a:pPr marL="0" indent="0">
              <a:buNone/>
            </a:pPr>
            <a:r>
              <a:rPr lang="en-US" sz="1200" kern="0" spc="300" dirty="0">
                <a:solidFill>
                  <a:srgbClr val="00B4D8"/>
                </a:solidFill>
              </a:rPr>
              <a:t>Data Structures &amp; Algorithms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Online Shopping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</a:rPr>
              <a:t>(E-Commerce) System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75260" y="2651760"/>
            <a:ext cx="8435340" cy="457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88920"/>
            <a:ext cx="8336280" cy="1874520"/>
          </a:xfrm>
          <a:prstGeom prst="rect">
            <a:avLst/>
          </a:prstGeom>
          <a:solidFill>
            <a:srgbClr val="0D2137"/>
          </a:solidFill>
          <a:ln w="12700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3" name="Text 11"/>
          <p:cNvSpPr/>
          <p:nvPr/>
        </p:nvSpPr>
        <p:spPr>
          <a:xfrm>
            <a:off x="457200" y="288036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60000"/>
              </a:lnSpc>
            </a:pPr>
            <a:r>
              <a:rPr lang="en-US" sz="1250" b="1" dirty="0">
                <a:solidFill>
                  <a:srgbClr val="FFD700"/>
                </a:solidFill>
              </a:rPr>
              <a:t>Guided by : Dr .MAHESH BABU ARRAMA SIR</a:t>
            </a:r>
          </a:p>
          <a:p>
            <a:pPr>
              <a:lnSpc>
                <a:spcPct val="160000"/>
              </a:lnSpc>
            </a:pPr>
            <a:r>
              <a:rPr lang="en-US" sz="1250" b="1" dirty="0">
                <a:solidFill>
                  <a:srgbClr val="FFD700"/>
                </a:solidFill>
              </a:rPr>
              <a:t>Team Members:</a:t>
            </a:r>
          </a:p>
          <a:p>
            <a:pPr>
              <a:lnSpc>
                <a:spcPct val="160000"/>
              </a:lnSpc>
            </a:pPr>
            <a:r>
              <a:rPr lang="en-US" sz="1250" dirty="0">
                <a:solidFill>
                  <a:srgbClr val="FFFFFF"/>
                </a:solidFill>
              </a:rPr>
              <a:t>  Sirisha Atavali  |  Roll No: 2510030217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Spoorthy Reddy  |  Roll No: 2510030107
</a:t>
            </a:r>
            <a:r>
              <a:rPr lang="en-US" sz="1250" b="1" dirty="0">
                <a:solidFill>
                  <a:srgbClr val="00B4D8"/>
                </a:solidFill>
              </a:rPr>
              <a:t> </a:t>
            </a:r>
            <a:r>
              <a:rPr lang="en-US" sz="1250" dirty="0">
                <a:solidFill>
                  <a:srgbClr val="FFFFFF"/>
                </a:solidFill>
              </a:rPr>
              <a:t>Chandana Reddy  |  Roll No: 2510030376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7080"/>
                </a:solidFill>
              </a:rPr>
              <a:t>Guided by: Department of Computer Science &amp; Engineering, KL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y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3D2E9F-3B51-5DFE-8A82-00CF20729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926" y="-5399"/>
            <a:ext cx="1360074" cy="541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03920" cy="274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What is this Project?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A1628"/>
                </a:solidFill>
              </a:rPr>
              <a:t>An Online Shopping System is a real-time application used to manage products, customers, orders, payments, and deliveries.
E-commerce platforms handle millions of users and transactions daily, making efficient data management extremely important.
This project illustrates how Data Structures and Algorithms are used to design a scalable and efficient e-commerce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23560" y="822960"/>
            <a:ext cx="3200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868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  Products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216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</a:rPr>
              <a:t>Managed with Arrays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3200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7830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  Cart Items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2130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</a:rPr>
              <a:t>Linked Lists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651760"/>
            <a:ext cx="3200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 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044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</a:rPr>
              <a:t>Queue System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566160"/>
            <a:ext cx="3200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611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  Undo/Redo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</a:rPr>
              <a:t>Stack Operations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8B4BC9B-4872-65D7-0CCC-E55E0256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047" y="-27432"/>
            <a:ext cx="1579953" cy="62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Structures &amp; Algorithms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03920" cy="274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Arrays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Store product IDs, prices, category codes, discount 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1945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Linked Lists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Shopping cart items, order history, browsing history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5661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5661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</a:rPr>
              <a:t>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Undo/Redo cart operations, backtracking in checkout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8229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</a:rPr>
              <a:t>Queue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2801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Order processing, delivery requests, complaint handling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945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677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B47BC"/>
                </a:solidFill>
              </a:rPr>
              <a:t>Binary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Find products by name or ID efficiently (O log 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297680" cy="1188720"/>
          </a:xfrm>
          <a:prstGeom prst="rect">
            <a:avLst/>
          </a:prstGeom>
          <a:solidFill>
            <a:srgbClr val="0D2137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566160"/>
            <a:ext cx="109728" cy="1188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65"/>
                </a:solidFill>
              </a:rPr>
              <a:t>Sorting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Sort products by price/rating, orders by delivery date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 </a:t>
            </a:r>
            <a:r>
              <a:rPr lang="en-US" sz="750" b="1" dirty="0" err="1">
                <a:solidFill>
                  <a:srgbClr val="0A1628"/>
                </a:solidFill>
              </a:rPr>
              <a:t>nivrsity</a:t>
            </a:r>
            <a:endParaRPr lang="en-US" sz="7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44B869B-3AC5-314E-0CCB-A2CA2E876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099" y="-9144"/>
            <a:ext cx="1378901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</a:rPr>
              <a:t>System Architecture &amp;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03920" cy="274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508760" cy="15087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83080" y="822960"/>
            <a:ext cx="2103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08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508760" cy="15087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22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813816"/>
            <a:ext cx="1508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 &amp; Search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02152" y="822960"/>
            <a:ext cx="2103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08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12464" y="822960"/>
            <a:ext cx="1508760" cy="15087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822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12464" y="850392"/>
            <a:ext cx="1508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Add to Cart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(Linked List)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21224" y="822960"/>
            <a:ext cx="2103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08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31536" y="822960"/>
            <a:ext cx="1508760" cy="15087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8E24A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822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31536" y="804672"/>
            <a:ext cx="150876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Checkout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(Stack)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0296" y="822960"/>
            <a:ext cx="2103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08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150608" y="822960"/>
            <a:ext cx="1508760" cy="15087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D81B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822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50608" y="832104"/>
            <a:ext cx="150876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Order Queue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Delivery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8595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How DSA Powers Each Step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772997"/>
              </p:ext>
            </p:extLst>
          </p:nvPr>
        </p:nvGraphicFramePr>
        <p:xfrm>
          <a:off x="457200" y="2971800"/>
          <a:ext cx="8229600" cy="17556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 Structure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 Used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Product Storage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Arrays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Linear / Binary Search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Shopping Cart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Doubly Linked List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Insertion at Head/Tail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Undo Cart Changes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Stack (LIFO)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Push / Pop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Order Processing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Queue (FIFO)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Enqueue / Dequeue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Sort by 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Array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Bubble / Selection Sort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0A1628"/>
                </a:solidFill>
              </a:rPr>
              <a:t>iy</a:t>
            </a:r>
            <a:endParaRPr lang="en-US" sz="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2A3723B-D903-58D5-DF25-1164E6F3F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0BD02C-2427-7F97-FC31-070A0860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44481"/>
              </p:ext>
            </p:extLst>
          </p:nvPr>
        </p:nvGraphicFramePr>
        <p:xfrm>
          <a:off x="0" y="822194"/>
          <a:ext cx="9197787" cy="43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929">
                  <a:extLst>
                    <a:ext uri="{9D8B030D-6E8A-4147-A177-3AD203B41FA5}">
                      <a16:colId xmlns:a16="http://schemas.microsoft.com/office/drawing/2014/main" val="969706184"/>
                    </a:ext>
                  </a:extLst>
                </a:gridCol>
                <a:gridCol w="3065929">
                  <a:extLst>
                    <a:ext uri="{9D8B030D-6E8A-4147-A177-3AD203B41FA5}">
                      <a16:colId xmlns:a16="http://schemas.microsoft.com/office/drawing/2014/main" val="3028058601"/>
                    </a:ext>
                  </a:extLst>
                </a:gridCol>
                <a:gridCol w="3065929">
                  <a:extLst>
                    <a:ext uri="{9D8B030D-6E8A-4147-A177-3AD203B41FA5}">
                      <a16:colId xmlns:a16="http://schemas.microsoft.com/office/drawing/2014/main" val="643004151"/>
                    </a:ext>
                  </a:extLst>
                </a:gridCol>
              </a:tblGrid>
              <a:tr h="496480">
                <a:tc>
                  <a:txBody>
                    <a:bodyPr/>
                    <a:lstStyle/>
                    <a:p>
                      <a:r>
                        <a:rPr lang="en-US" dirty="0"/>
                        <a:t>Sirisha </a:t>
                      </a:r>
                      <a:r>
                        <a:rPr lang="en-US" dirty="0" err="1"/>
                        <a:t>Atavali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Chandana Reddy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Spoorthy Reddy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19265"/>
                  </a:ext>
                </a:extLst>
              </a:tr>
              <a:tr h="1274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Arrays – Product Storage (id, name, price, quantity)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Stack – Undo last cart item (LIFO)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Linked List – Shopping Cart &amp; Order History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68297"/>
                  </a:ext>
                </a:extLst>
              </a:tr>
              <a:tr h="1274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File Handling – Load &amp; Save products from file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Queue – Order processing system (FIFO)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 / Remove Products – Stock update &amp; new product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97961"/>
                  </a:ext>
                </a:extLst>
              </a:tr>
              <a:tr h="1274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Overall System Integration – Main method &amp; menu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Order Processing – Place &amp; process orders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Exception Handling – Invalid inputs &amp; error handling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136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9848DA-AB5F-EC23-923F-64D61AC76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58051"/>
              </p:ext>
            </p:extLst>
          </p:nvPr>
        </p:nvGraphicFramePr>
        <p:xfrm>
          <a:off x="0" y="0"/>
          <a:ext cx="9143999" cy="7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9">
                  <a:extLst>
                    <a:ext uri="{9D8B030D-6E8A-4147-A177-3AD203B41FA5}">
                      <a16:colId xmlns:a16="http://schemas.microsoft.com/office/drawing/2014/main" val="1906927769"/>
                    </a:ext>
                  </a:extLst>
                </a:gridCol>
              </a:tblGrid>
              <a:tr h="76840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Team Work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4004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D4F0F9F-C25A-C1A3-B492-3E3A03B3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0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274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075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Operation 1 — Arrays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700"/>
                </a:solidFill>
              </a:rPr>
              <a:t>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9849" y="78409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Store product IDs, price lists, category codes and discount percentages. Arrays provide O(1) index-based access.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4BA09-2BE5-26F0-8C2F-47ED3BA9D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84782"/>
            <a:ext cx="2981426" cy="32004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3A5EE7-69B2-A86C-2D64-FB889FADD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189" y="1684782"/>
            <a:ext cx="2641385" cy="31865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3C8568-C480-B1FC-2FEC-3F7B02382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574" y="1684782"/>
            <a:ext cx="2981426" cy="8203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47E9CE-CBB2-FA4F-32FF-8E3282F2B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574" y="2571750"/>
            <a:ext cx="2354659" cy="8203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3E7BEB-ABB4-DD25-256A-BC44F8C07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0480" y="3490359"/>
            <a:ext cx="2514729" cy="11430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9C6268-1458-5293-0B47-7FF4697007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</a:rPr>
              <a:t>Operation 2 — Linked Lists (Shopping Cart)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Dynamic cart management — add/remove items without shifting. Order history and browsing history stored as linked nodes.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 University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5E5F7-397B-55E9-95E2-40693CAA1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8" y="1829612"/>
            <a:ext cx="3748296" cy="20100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83C289-52D1-BDF5-92C8-815B28EBC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779" y="1691640"/>
            <a:ext cx="2183541" cy="29042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CE0FB1-2C04-0A11-E463-10DC93E66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7043"/>
                </a:solidFill>
              </a:rPr>
              <a:t>Operation 3 — Stack (Undo/Redo Cart)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043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Stack (LIFO) allows users to undo cart modifications and backtrack during the checkout process, recovering from mistakes.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043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 University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B6C2AC-519C-DC45-4801-B059B0C6D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62429"/>
            <a:ext cx="3572400" cy="2294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C68DC1-0CB3-246E-432C-2B2630269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040" y="1830648"/>
            <a:ext cx="4067743" cy="8192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59CAC5-C1AF-ECBB-9BF8-C3D66BD40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1040" y="2924232"/>
            <a:ext cx="4067743" cy="1038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1A2318-078F-BB28-8726-DCC2E53EB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BB6A"/>
                </a:solidFill>
              </a:rPr>
              <a:t>Operation 4 — Queue (Order Processing)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BB6A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Queue (FIFO) ensures orders, delivery requests, and customer complaints are processed in arrival order — fair and systematic.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</a:rPr>
              <a:t>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E6E91B-B01A-4A4A-375F-2177B4CA0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72454"/>
            <a:ext cx="3445521" cy="21243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0B737C-4085-0D52-FDBF-08D14EE2A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779" y="1691640"/>
            <a:ext cx="2183541" cy="2904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25810D-B100-1B07-3925-9C8BC493C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B47BC"/>
                </a:solidFill>
              </a:rPr>
              <a:t>Operation 5 — Searching Algorithms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B47BC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Linear Search scans unsorted data. Binary Search (O log n) locates products by name/ID in sorted arrays — much faster.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0A1628"/>
                </a:solidFill>
              </a:rPr>
              <a:t>vrsity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F6E8F4-01A2-2C33-5CF4-D2108C282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397348" cy="3200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F6061C-CA6B-884E-76F5-1C5475122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984" y="1691640"/>
            <a:ext cx="2422290" cy="29779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F164DA-6A7B-A590-76C4-6E3794FCD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A65"/>
                </a:solidFill>
              </a:rPr>
              <a:t>Operation 6 — Sorting Algorithms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65"/>
                </a:solidFill>
              </a:rPr>
              <a:t>Purpose: </a:t>
            </a:r>
            <a:r>
              <a:rPr lang="en-US" sz="1150" dirty="0">
                <a:solidFill>
                  <a:srgbClr val="FFFFFF"/>
                </a:solidFill>
              </a:rPr>
              <a:t>Bubble Sort &amp; Selection Sort arrange products by price/rating and orders by delivery date, improving the user experience.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</a:rPr>
              <a:t>Code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Output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 University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60F1AF-CFFF-1BCD-F471-8114BD3F0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25" y="1986796"/>
            <a:ext cx="3585229" cy="9869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107708-64CD-F57D-6C28-31E5D11EB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845" y="1874519"/>
            <a:ext cx="2711589" cy="19828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96F039-1F40-BFCB-607F-A1ED6F0D2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7315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Arrays enable O(1) product retrieval by index — fast and memory efficient.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 Linked Lists provide flexible cart management with efficient insertions and deletions.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Stack implements Undo/Redo, making the checkout experience user-friendly.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 Queue ensures fair and ordered processing of deliveries and complaints.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52958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 Binary Search dramatically speeds up product lookup in large catalogs.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 Sorting algorithms enhance the shopping experience through organized product listings.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7080"/>
                </a:solidFill>
              </a:rPr>
              <a:t>KL University — Department of CSE  |  Data Structures &amp; Algorithms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73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KL University</a:t>
            </a:r>
            <a:endParaRPr lang="en-US" sz="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769812-C586-074A-6067-35151922E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37" y="-9144"/>
            <a:ext cx="1424863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726</Words>
  <Application>Microsoft Office PowerPoint</Application>
  <PresentationFormat>On-screen Show (16:9)</PresentationFormat>
  <Paragraphs>137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Shopping (E-Commerce) System - DSA</dc:title>
  <dc:subject>PptxGenJS Presentation</dc:subject>
  <dc:creator>PptxGenJS</dc:creator>
  <cp:lastModifiedBy>LENOVO</cp:lastModifiedBy>
  <cp:revision>3</cp:revision>
  <dcterms:created xsi:type="dcterms:W3CDTF">2026-03-27T07:37:03Z</dcterms:created>
  <dcterms:modified xsi:type="dcterms:W3CDTF">2026-03-28T03:04:49Z</dcterms:modified>
</cp:coreProperties>
</file>